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9B9F9E-A07D-0E59-0104-C7DE8E27813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16260D3-6017-64D0-F73C-AF5F368B71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4FC5683-C865-558B-5452-CC67FB3BEBC5}"/>
              </a:ext>
            </a:extLst>
          </p:cNvPr>
          <p:cNvSpPr>
            <a:spLocks noGrp="1"/>
          </p:cNvSpPr>
          <p:nvPr>
            <p:ph type="dt" sz="half" idx="10"/>
          </p:nvPr>
        </p:nvSpPr>
        <p:spPr/>
        <p:txBody>
          <a:bodyPr/>
          <a:lstStyle/>
          <a:p>
            <a:fld id="{FC79F298-A6FF-4E1E-95E2-9454CC3BF55A}" type="datetimeFigureOut">
              <a:rPr lang="zh-CN" altLang="en-US" smtClean="0"/>
              <a:t>2026/10/8</a:t>
            </a:fld>
            <a:endParaRPr lang="zh-CN" altLang="en-US"/>
          </a:p>
        </p:txBody>
      </p:sp>
      <p:sp>
        <p:nvSpPr>
          <p:cNvPr id="5" name="页脚占位符 4">
            <a:extLst>
              <a:ext uri="{FF2B5EF4-FFF2-40B4-BE49-F238E27FC236}">
                <a16:creationId xmlns:a16="http://schemas.microsoft.com/office/drawing/2014/main" id="{A68AEC19-DE2A-1166-C6B2-9322218BA7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71D213A-4D47-6A84-CCA1-CAB2C58F120F}"/>
              </a:ext>
            </a:extLst>
          </p:cNvPr>
          <p:cNvSpPr>
            <a:spLocks noGrp="1"/>
          </p:cNvSpPr>
          <p:nvPr>
            <p:ph type="sldNum" sz="quarter" idx="12"/>
          </p:nvPr>
        </p:nvSpPr>
        <p:spPr/>
        <p:txBody>
          <a:bodyPr/>
          <a:lstStyle/>
          <a:p>
            <a:fld id="{E7E169EA-03C5-4D5B-A88E-32FE90BBEB31}" type="slidenum">
              <a:rPr lang="zh-CN" altLang="en-US" smtClean="0"/>
              <a:t>‹#›</a:t>
            </a:fld>
            <a:endParaRPr lang="zh-CN" altLang="en-US"/>
          </a:p>
        </p:txBody>
      </p:sp>
    </p:spTree>
    <p:extLst>
      <p:ext uri="{BB962C8B-B14F-4D97-AF65-F5344CB8AC3E}">
        <p14:creationId xmlns:p14="http://schemas.microsoft.com/office/powerpoint/2010/main" val="412035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92D2B0-D82D-0356-569D-3EC4344462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0F76397-38A2-FD30-4C7E-E257EC64421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48537B4-F4CA-E4D7-6E97-54893E5C7958}"/>
              </a:ext>
            </a:extLst>
          </p:cNvPr>
          <p:cNvSpPr>
            <a:spLocks noGrp="1"/>
          </p:cNvSpPr>
          <p:nvPr>
            <p:ph type="dt" sz="half" idx="10"/>
          </p:nvPr>
        </p:nvSpPr>
        <p:spPr/>
        <p:txBody>
          <a:bodyPr/>
          <a:lstStyle/>
          <a:p>
            <a:fld id="{FC79F298-A6FF-4E1E-95E2-9454CC3BF55A}" type="datetimeFigureOut">
              <a:rPr lang="zh-CN" altLang="en-US" smtClean="0"/>
              <a:t>2026/10/8</a:t>
            </a:fld>
            <a:endParaRPr lang="zh-CN" altLang="en-US"/>
          </a:p>
        </p:txBody>
      </p:sp>
      <p:sp>
        <p:nvSpPr>
          <p:cNvPr id="5" name="页脚占位符 4">
            <a:extLst>
              <a:ext uri="{FF2B5EF4-FFF2-40B4-BE49-F238E27FC236}">
                <a16:creationId xmlns:a16="http://schemas.microsoft.com/office/drawing/2014/main" id="{DA8AEC3F-1988-E5B1-1E9D-FED7559591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D86B5C1-F783-8A38-34E7-99FA6A528BB4}"/>
              </a:ext>
            </a:extLst>
          </p:cNvPr>
          <p:cNvSpPr>
            <a:spLocks noGrp="1"/>
          </p:cNvSpPr>
          <p:nvPr>
            <p:ph type="sldNum" sz="quarter" idx="12"/>
          </p:nvPr>
        </p:nvSpPr>
        <p:spPr/>
        <p:txBody>
          <a:bodyPr/>
          <a:lstStyle/>
          <a:p>
            <a:fld id="{E7E169EA-03C5-4D5B-A88E-32FE90BBEB31}" type="slidenum">
              <a:rPr lang="zh-CN" altLang="en-US" smtClean="0"/>
              <a:t>‹#›</a:t>
            </a:fld>
            <a:endParaRPr lang="zh-CN" altLang="en-US"/>
          </a:p>
        </p:txBody>
      </p:sp>
    </p:spTree>
    <p:extLst>
      <p:ext uri="{BB962C8B-B14F-4D97-AF65-F5344CB8AC3E}">
        <p14:creationId xmlns:p14="http://schemas.microsoft.com/office/powerpoint/2010/main" val="2824435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CCAE4B-6961-0301-CF30-147EBEEAE0A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1439FD9-7490-B637-9A89-4F805650AD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9A73A8C-F8F7-5D92-CA71-E92E6038AB34}"/>
              </a:ext>
            </a:extLst>
          </p:cNvPr>
          <p:cNvSpPr>
            <a:spLocks noGrp="1"/>
          </p:cNvSpPr>
          <p:nvPr>
            <p:ph type="dt" sz="half" idx="10"/>
          </p:nvPr>
        </p:nvSpPr>
        <p:spPr/>
        <p:txBody>
          <a:bodyPr/>
          <a:lstStyle/>
          <a:p>
            <a:fld id="{FC79F298-A6FF-4E1E-95E2-9454CC3BF55A}" type="datetimeFigureOut">
              <a:rPr lang="zh-CN" altLang="en-US" smtClean="0"/>
              <a:t>2026/10/8</a:t>
            </a:fld>
            <a:endParaRPr lang="zh-CN" altLang="en-US"/>
          </a:p>
        </p:txBody>
      </p:sp>
      <p:sp>
        <p:nvSpPr>
          <p:cNvPr id="5" name="页脚占位符 4">
            <a:extLst>
              <a:ext uri="{FF2B5EF4-FFF2-40B4-BE49-F238E27FC236}">
                <a16:creationId xmlns:a16="http://schemas.microsoft.com/office/drawing/2014/main" id="{BBDAF495-52F1-6F91-793A-B980BD524C6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BD5E100-EDF8-F822-F2A5-DF82B0C672FE}"/>
              </a:ext>
            </a:extLst>
          </p:cNvPr>
          <p:cNvSpPr>
            <a:spLocks noGrp="1"/>
          </p:cNvSpPr>
          <p:nvPr>
            <p:ph type="sldNum" sz="quarter" idx="12"/>
          </p:nvPr>
        </p:nvSpPr>
        <p:spPr/>
        <p:txBody>
          <a:bodyPr/>
          <a:lstStyle/>
          <a:p>
            <a:fld id="{E7E169EA-03C5-4D5B-A88E-32FE90BBEB31}" type="slidenum">
              <a:rPr lang="zh-CN" altLang="en-US" smtClean="0"/>
              <a:t>‹#›</a:t>
            </a:fld>
            <a:endParaRPr lang="zh-CN" altLang="en-US"/>
          </a:p>
        </p:txBody>
      </p:sp>
    </p:spTree>
    <p:extLst>
      <p:ext uri="{BB962C8B-B14F-4D97-AF65-F5344CB8AC3E}">
        <p14:creationId xmlns:p14="http://schemas.microsoft.com/office/powerpoint/2010/main" val="3778480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40D59F-B5FD-85A7-E02D-E718F5B727D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47E7642-8399-D6F6-5C1B-C51D168F45D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00CE5C4-5B3C-7FC3-DDA6-FD4A04A58DA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304475D-89C0-A06F-D571-B415F43D40C3}"/>
              </a:ext>
            </a:extLst>
          </p:cNvPr>
          <p:cNvSpPr>
            <a:spLocks noGrp="1"/>
          </p:cNvSpPr>
          <p:nvPr>
            <p:ph type="dt" sz="half" idx="10"/>
          </p:nvPr>
        </p:nvSpPr>
        <p:spPr/>
        <p:txBody>
          <a:bodyPr/>
          <a:lstStyle/>
          <a:p>
            <a:fld id="{FC79F298-A6FF-4E1E-95E2-9454CC3BF55A}" type="datetimeFigureOut">
              <a:rPr lang="zh-CN" altLang="en-US" smtClean="0"/>
              <a:t>2026/10/8</a:t>
            </a:fld>
            <a:endParaRPr lang="zh-CN" altLang="en-US"/>
          </a:p>
        </p:txBody>
      </p:sp>
      <p:sp>
        <p:nvSpPr>
          <p:cNvPr id="6" name="页脚占位符 5">
            <a:extLst>
              <a:ext uri="{FF2B5EF4-FFF2-40B4-BE49-F238E27FC236}">
                <a16:creationId xmlns:a16="http://schemas.microsoft.com/office/drawing/2014/main" id="{3E685115-B82C-8156-66EB-89090737575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45375AD-E4B5-E6BB-3889-BF8CCAE775C8}"/>
              </a:ext>
            </a:extLst>
          </p:cNvPr>
          <p:cNvSpPr>
            <a:spLocks noGrp="1"/>
          </p:cNvSpPr>
          <p:nvPr>
            <p:ph type="sldNum" sz="quarter" idx="12"/>
          </p:nvPr>
        </p:nvSpPr>
        <p:spPr/>
        <p:txBody>
          <a:bodyPr/>
          <a:lstStyle/>
          <a:p>
            <a:fld id="{E7E169EA-03C5-4D5B-A88E-32FE90BBEB31}" type="slidenum">
              <a:rPr lang="zh-CN" altLang="en-US" smtClean="0"/>
              <a:t>‹#›</a:t>
            </a:fld>
            <a:endParaRPr lang="zh-CN" altLang="en-US"/>
          </a:p>
        </p:txBody>
      </p:sp>
    </p:spTree>
    <p:extLst>
      <p:ext uri="{BB962C8B-B14F-4D97-AF65-F5344CB8AC3E}">
        <p14:creationId xmlns:p14="http://schemas.microsoft.com/office/powerpoint/2010/main" val="587094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01216E-BECA-15C7-82F3-66D0A9367E1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5012E86-D84E-848B-56EA-308511E794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D6B6A4D-67D1-053F-03CE-BC1FE7F06D8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F6F9556-A8AE-B5CD-F64F-AE22D6C1B5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E1632AC-B69C-C6F4-EEBD-9B8463973FA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3FF35F0-5F15-1485-33B8-4E8B4DC7C4A8}"/>
              </a:ext>
            </a:extLst>
          </p:cNvPr>
          <p:cNvSpPr>
            <a:spLocks noGrp="1"/>
          </p:cNvSpPr>
          <p:nvPr>
            <p:ph type="dt" sz="half" idx="10"/>
          </p:nvPr>
        </p:nvSpPr>
        <p:spPr/>
        <p:txBody>
          <a:bodyPr/>
          <a:lstStyle/>
          <a:p>
            <a:fld id="{FC79F298-A6FF-4E1E-95E2-9454CC3BF55A}" type="datetimeFigureOut">
              <a:rPr lang="zh-CN" altLang="en-US" smtClean="0"/>
              <a:t>2026/10/8</a:t>
            </a:fld>
            <a:endParaRPr lang="zh-CN" altLang="en-US"/>
          </a:p>
        </p:txBody>
      </p:sp>
      <p:sp>
        <p:nvSpPr>
          <p:cNvPr id="8" name="页脚占位符 7">
            <a:extLst>
              <a:ext uri="{FF2B5EF4-FFF2-40B4-BE49-F238E27FC236}">
                <a16:creationId xmlns:a16="http://schemas.microsoft.com/office/drawing/2014/main" id="{E317AC22-E3B3-3F74-029A-BDC4990D3BE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1DCB448-C6EB-AC62-D551-6D845F5F5F35}"/>
              </a:ext>
            </a:extLst>
          </p:cNvPr>
          <p:cNvSpPr>
            <a:spLocks noGrp="1"/>
          </p:cNvSpPr>
          <p:nvPr>
            <p:ph type="sldNum" sz="quarter" idx="12"/>
          </p:nvPr>
        </p:nvSpPr>
        <p:spPr/>
        <p:txBody>
          <a:bodyPr/>
          <a:lstStyle/>
          <a:p>
            <a:fld id="{E7E169EA-03C5-4D5B-A88E-32FE90BBEB31}" type="slidenum">
              <a:rPr lang="zh-CN" altLang="en-US" smtClean="0"/>
              <a:t>‹#›</a:t>
            </a:fld>
            <a:endParaRPr lang="zh-CN" altLang="en-US"/>
          </a:p>
        </p:txBody>
      </p:sp>
    </p:spTree>
    <p:extLst>
      <p:ext uri="{BB962C8B-B14F-4D97-AF65-F5344CB8AC3E}">
        <p14:creationId xmlns:p14="http://schemas.microsoft.com/office/powerpoint/2010/main" val="3179649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EA7BCF-4455-7691-0FF9-DC8183A945D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C422A9-F979-A288-7225-EF5E5635AC14}"/>
              </a:ext>
            </a:extLst>
          </p:cNvPr>
          <p:cNvSpPr>
            <a:spLocks noGrp="1"/>
          </p:cNvSpPr>
          <p:nvPr>
            <p:ph type="dt" sz="half" idx="10"/>
          </p:nvPr>
        </p:nvSpPr>
        <p:spPr/>
        <p:txBody>
          <a:bodyPr/>
          <a:lstStyle/>
          <a:p>
            <a:fld id="{FC79F298-A6FF-4E1E-95E2-9454CC3BF55A}" type="datetimeFigureOut">
              <a:rPr lang="zh-CN" altLang="en-US" smtClean="0"/>
              <a:t>2026/10/8</a:t>
            </a:fld>
            <a:endParaRPr lang="zh-CN" altLang="en-US"/>
          </a:p>
        </p:txBody>
      </p:sp>
      <p:sp>
        <p:nvSpPr>
          <p:cNvPr id="4" name="页脚占位符 3">
            <a:extLst>
              <a:ext uri="{FF2B5EF4-FFF2-40B4-BE49-F238E27FC236}">
                <a16:creationId xmlns:a16="http://schemas.microsoft.com/office/drawing/2014/main" id="{DD5888ED-EC6A-52AD-0948-8B56526DC33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7246F07-923A-5891-BA59-4B6CACC5A48E}"/>
              </a:ext>
            </a:extLst>
          </p:cNvPr>
          <p:cNvSpPr>
            <a:spLocks noGrp="1"/>
          </p:cNvSpPr>
          <p:nvPr>
            <p:ph type="sldNum" sz="quarter" idx="12"/>
          </p:nvPr>
        </p:nvSpPr>
        <p:spPr/>
        <p:txBody>
          <a:bodyPr/>
          <a:lstStyle/>
          <a:p>
            <a:fld id="{E7E169EA-03C5-4D5B-A88E-32FE90BBEB31}" type="slidenum">
              <a:rPr lang="zh-CN" altLang="en-US" smtClean="0"/>
              <a:t>‹#›</a:t>
            </a:fld>
            <a:endParaRPr lang="zh-CN" altLang="en-US"/>
          </a:p>
        </p:txBody>
      </p:sp>
    </p:spTree>
    <p:extLst>
      <p:ext uri="{BB962C8B-B14F-4D97-AF65-F5344CB8AC3E}">
        <p14:creationId xmlns:p14="http://schemas.microsoft.com/office/powerpoint/2010/main" val="3198352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20222BB-41E9-64D1-BB4E-0291B3BF6B5D}"/>
              </a:ext>
            </a:extLst>
          </p:cNvPr>
          <p:cNvSpPr>
            <a:spLocks noGrp="1"/>
          </p:cNvSpPr>
          <p:nvPr>
            <p:ph type="dt" sz="half" idx="10"/>
          </p:nvPr>
        </p:nvSpPr>
        <p:spPr/>
        <p:txBody>
          <a:bodyPr/>
          <a:lstStyle/>
          <a:p>
            <a:fld id="{FC79F298-A6FF-4E1E-95E2-9454CC3BF55A}" type="datetimeFigureOut">
              <a:rPr lang="zh-CN" altLang="en-US" smtClean="0"/>
              <a:t>2026/10/8</a:t>
            </a:fld>
            <a:endParaRPr lang="zh-CN" altLang="en-US"/>
          </a:p>
        </p:txBody>
      </p:sp>
      <p:sp>
        <p:nvSpPr>
          <p:cNvPr id="3" name="页脚占位符 2">
            <a:extLst>
              <a:ext uri="{FF2B5EF4-FFF2-40B4-BE49-F238E27FC236}">
                <a16:creationId xmlns:a16="http://schemas.microsoft.com/office/drawing/2014/main" id="{B459C951-CF3C-34DF-D58D-C3964C0DDE6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DCC2165-98D6-D191-2587-A5F733042598}"/>
              </a:ext>
            </a:extLst>
          </p:cNvPr>
          <p:cNvSpPr>
            <a:spLocks noGrp="1"/>
          </p:cNvSpPr>
          <p:nvPr>
            <p:ph type="sldNum" sz="quarter" idx="12"/>
          </p:nvPr>
        </p:nvSpPr>
        <p:spPr/>
        <p:txBody>
          <a:bodyPr/>
          <a:lstStyle/>
          <a:p>
            <a:fld id="{E7E169EA-03C5-4D5B-A88E-32FE90BBEB31}" type="slidenum">
              <a:rPr lang="zh-CN" altLang="en-US" smtClean="0"/>
              <a:t>‹#›</a:t>
            </a:fld>
            <a:endParaRPr lang="zh-CN" altLang="en-US"/>
          </a:p>
        </p:txBody>
      </p:sp>
    </p:spTree>
    <p:extLst>
      <p:ext uri="{BB962C8B-B14F-4D97-AF65-F5344CB8AC3E}">
        <p14:creationId xmlns:p14="http://schemas.microsoft.com/office/powerpoint/2010/main" val="3382058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CB5EF4-8C6A-207B-AF4F-235D05CB011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634BEDD-AD27-8B39-5B84-D4554FFEDB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EAB0354-95C8-E81D-0FF5-C4E652F3B6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F6AB0A1-0E92-23F2-E2AD-98BD165AFAD5}"/>
              </a:ext>
            </a:extLst>
          </p:cNvPr>
          <p:cNvSpPr>
            <a:spLocks noGrp="1"/>
          </p:cNvSpPr>
          <p:nvPr>
            <p:ph type="dt" sz="half" idx="10"/>
          </p:nvPr>
        </p:nvSpPr>
        <p:spPr/>
        <p:txBody>
          <a:bodyPr/>
          <a:lstStyle/>
          <a:p>
            <a:fld id="{FC79F298-A6FF-4E1E-95E2-9454CC3BF55A}" type="datetimeFigureOut">
              <a:rPr lang="zh-CN" altLang="en-US" smtClean="0"/>
              <a:t>2026/10/8</a:t>
            </a:fld>
            <a:endParaRPr lang="zh-CN" altLang="en-US"/>
          </a:p>
        </p:txBody>
      </p:sp>
      <p:sp>
        <p:nvSpPr>
          <p:cNvPr id="6" name="页脚占位符 5">
            <a:extLst>
              <a:ext uri="{FF2B5EF4-FFF2-40B4-BE49-F238E27FC236}">
                <a16:creationId xmlns:a16="http://schemas.microsoft.com/office/drawing/2014/main" id="{D83FF3ED-053B-8D82-3064-07995271BA2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ECCAA07-4D09-6BAF-42D5-4A98204FAC6B}"/>
              </a:ext>
            </a:extLst>
          </p:cNvPr>
          <p:cNvSpPr>
            <a:spLocks noGrp="1"/>
          </p:cNvSpPr>
          <p:nvPr>
            <p:ph type="sldNum" sz="quarter" idx="12"/>
          </p:nvPr>
        </p:nvSpPr>
        <p:spPr/>
        <p:txBody>
          <a:bodyPr/>
          <a:lstStyle/>
          <a:p>
            <a:fld id="{E7E169EA-03C5-4D5B-A88E-32FE90BBEB31}" type="slidenum">
              <a:rPr lang="zh-CN" altLang="en-US" smtClean="0"/>
              <a:t>‹#›</a:t>
            </a:fld>
            <a:endParaRPr lang="zh-CN" altLang="en-US"/>
          </a:p>
        </p:txBody>
      </p:sp>
    </p:spTree>
    <p:extLst>
      <p:ext uri="{BB962C8B-B14F-4D97-AF65-F5344CB8AC3E}">
        <p14:creationId xmlns:p14="http://schemas.microsoft.com/office/powerpoint/2010/main" val="2003057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C93810-2F80-E64B-B8F1-D836C5CD3F6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3F4CE7A-2AB5-ECAC-D923-2AFCD3242A2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080AA56-C3AF-3F9A-E4F3-CB4A66040A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B7A582-E9FD-2FEF-AD40-40F40C219C36}"/>
              </a:ext>
            </a:extLst>
          </p:cNvPr>
          <p:cNvSpPr>
            <a:spLocks noGrp="1"/>
          </p:cNvSpPr>
          <p:nvPr>
            <p:ph type="dt" sz="half" idx="10"/>
          </p:nvPr>
        </p:nvSpPr>
        <p:spPr/>
        <p:txBody>
          <a:bodyPr/>
          <a:lstStyle/>
          <a:p>
            <a:fld id="{FC79F298-A6FF-4E1E-95E2-9454CC3BF55A}" type="datetimeFigureOut">
              <a:rPr lang="zh-CN" altLang="en-US" smtClean="0"/>
              <a:t>2026/10/8</a:t>
            </a:fld>
            <a:endParaRPr lang="zh-CN" altLang="en-US"/>
          </a:p>
        </p:txBody>
      </p:sp>
      <p:sp>
        <p:nvSpPr>
          <p:cNvPr id="6" name="页脚占位符 5">
            <a:extLst>
              <a:ext uri="{FF2B5EF4-FFF2-40B4-BE49-F238E27FC236}">
                <a16:creationId xmlns:a16="http://schemas.microsoft.com/office/drawing/2014/main" id="{F2EBA9F6-D81B-5B64-0D5B-3F4AC2C9588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ED174B8-EB86-AE3E-77EB-F2168F32EB34}"/>
              </a:ext>
            </a:extLst>
          </p:cNvPr>
          <p:cNvSpPr>
            <a:spLocks noGrp="1"/>
          </p:cNvSpPr>
          <p:nvPr>
            <p:ph type="sldNum" sz="quarter" idx="12"/>
          </p:nvPr>
        </p:nvSpPr>
        <p:spPr/>
        <p:txBody>
          <a:bodyPr/>
          <a:lstStyle/>
          <a:p>
            <a:fld id="{E7E169EA-03C5-4D5B-A88E-32FE90BBEB31}" type="slidenum">
              <a:rPr lang="zh-CN" altLang="en-US" smtClean="0"/>
              <a:t>‹#›</a:t>
            </a:fld>
            <a:endParaRPr lang="zh-CN" altLang="en-US"/>
          </a:p>
        </p:txBody>
      </p:sp>
    </p:spTree>
    <p:extLst>
      <p:ext uri="{BB962C8B-B14F-4D97-AF65-F5344CB8AC3E}">
        <p14:creationId xmlns:p14="http://schemas.microsoft.com/office/powerpoint/2010/main" val="1251638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D1C0FB-987A-1E15-4A8A-19C9D4694CA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E35786F-7D6C-B025-B2B1-4BA773A9705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DE87625-6902-5005-E2AF-93E931509F15}"/>
              </a:ext>
            </a:extLst>
          </p:cNvPr>
          <p:cNvSpPr>
            <a:spLocks noGrp="1"/>
          </p:cNvSpPr>
          <p:nvPr>
            <p:ph type="dt" sz="half" idx="10"/>
          </p:nvPr>
        </p:nvSpPr>
        <p:spPr/>
        <p:txBody>
          <a:bodyPr/>
          <a:lstStyle/>
          <a:p>
            <a:fld id="{FC79F298-A6FF-4E1E-95E2-9454CC3BF55A}" type="datetimeFigureOut">
              <a:rPr lang="zh-CN" altLang="en-US" smtClean="0"/>
              <a:t>2026/10/8</a:t>
            </a:fld>
            <a:endParaRPr lang="zh-CN" altLang="en-US"/>
          </a:p>
        </p:txBody>
      </p:sp>
      <p:sp>
        <p:nvSpPr>
          <p:cNvPr id="5" name="页脚占位符 4">
            <a:extLst>
              <a:ext uri="{FF2B5EF4-FFF2-40B4-BE49-F238E27FC236}">
                <a16:creationId xmlns:a16="http://schemas.microsoft.com/office/drawing/2014/main" id="{8165C1E6-54F3-E2B9-3201-838FEAF0816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A7F904A-C3CE-621E-923B-7DC2C0C7C3A0}"/>
              </a:ext>
            </a:extLst>
          </p:cNvPr>
          <p:cNvSpPr>
            <a:spLocks noGrp="1"/>
          </p:cNvSpPr>
          <p:nvPr>
            <p:ph type="sldNum" sz="quarter" idx="12"/>
          </p:nvPr>
        </p:nvSpPr>
        <p:spPr/>
        <p:txBody>
          <a:bodyPr/>
          <a:lstStyle/>
          <a:p>
            <a:fld id="{E7E169EA-03C5-4D5B-A88E-32FE90BBEB31}" type="slidenum">
              <a:rPr lang="zh-CN" altLang="en-US" smtClean="0"/>
              <a:t>‹#›</a:t>
            </a:fld>
            <a:endParaRPr lang="zh-CN" altLang="en-US"/>
          </a:p>
        </p:txBody>
      </p:sp>
    </p:spTree>
    <p:extLst>
      <p:ext uri="{BB962C8B-B14F-4D97-AF65-F5344CB8AC3E}">
        <p14:creationId xmlns:p14="http://schemas.microsoft.com/office/powerpoint/2010/main" val="3049803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BB95066-DFEE-29DD-AA40-3477FE36279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5C98073-18A4-D8D6-42BC-4BE1407FBDA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A0031E-C54E-CF83-EE00-204CE799EE60}"/>
              </a:ext>
            </a:extLst>
          </p:cNvPr>
          <p:cNvSpPr>
            <a:spLocks noGrp="1"/>
          </p:cNvSpPr>
          <p:nvPr>
            <p:ph type="dt" sz="half" idx="10"/>
          </p:nvPr>
        </p:nvSpPr>
        <p:spPr/>
        <p:txBody>
          <a:bodyPr/>
          <a:lstStyle/>
          <a:p>
            <a:fld id="{FC79F298-A6FF-4E1E-95E2-9454CC3BF55A}" type="datetimeFigureOut">
              <a:rPr lang="zh-CN" altLang="en-US" smtClean="0"/>
              <a:t>2026/10/8</a:t>
            </a:fld>
            <a:endParaRPr lang="zh-CN" altLang="en-US"/>
          </a:p>
        </p:txBody>
      </p:sp>
      <p:sp>
        <p:nvSpPr>
          <p:cNvPr id="5" name="页脚占位符 4">
            <a:extLst>
              <a:ext uri="{FF2B5EF4-FFF2-40B4-BE49-F238E27FC236}">
                <a16:creationId xmlns:a16="http://schemas.microsoft.com/office/drawing/2014/main" id="{44591B25-2744-6DC0-CBCB-1D4D79962A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FC47F5-EB35-A0ED-1D12-32C76F59ED99}"/>
              </a:ext>
            </a:extLst>
          </p:cNvPr>
          <p:cNvSpPr>
            <a:spLocks noGrp="1"/>
          </p:cNvSpPr>
          <p:nvPr>
            <p:ph type="sldNum" sz="quarter" idx="12"/>
          </p:nvPr>
        </p:nvSpPr>
        <p:spPr/>
        <p:txBody>
          <a:bodyPr/>
          <a:lstStyle/>
          <a:p>
            <a:fld id="{E7E169EA-03C5-4D5B-A88E-32FE90BBEB31}" type="slidenum">
              <a:rPr lang="zh-CN" altLang="en-US" smtClean="0"/>
              <a:t>‹#›</a:t>
            </a:fld>
            <a:endParaRPr lang="zh-CN" altLang="en-US"/>
          </a:p>
        </p:txBody>
      </p:sp>
    </p:spTree>
    <p:extLst>
      <p:ext uri="{BB962C8B-B14F-4D97-AF65-F5344CB8AC3E}">
        <p14:creationId xmlns:p14="http://schemas.microsoft.com/office/powerpoint/2010/main" val="3333700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76E9BAB-0BE6-A848-2B12-65CA4B8FBC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D27E365-6029-50A9-6B07-FFA3A91A6D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EA4A73F-5932-5F8B-9125-4B2FCF3516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79F298-A6FF-4E1E-95E2-9454CC3BF55A}" type="datetimeFigureOut">
              <a:rPr lang="zh-CN" altLang="en-US" smtClean="0"/>
              <a:t>2026/10/8</a:t>
            </a:fld>
            <a:endParaRPr lang="zh-CN" altLang="en-US"/>
          </a:p>
        </p:txBody>
      </p:sp>
      <p:sp>
        <p:nvSpPr>
          <p:cNvPr id="5" name="页脚占位符 4">
            <a:extLst>
              <a:ext uri="{FF2B5EF4-FFF2-40B4-BE49-F238E27FC236}">
                <a16:creationId xmlns:a16="http://schemas.microsoft.com/office/drawing/2014/main" id="{AF2CB348-6947-181F-2FFD-F612A66B5A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96BF11E-0529-7D94-21EE-D670F88C4E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E169EA-03C5-4D5B-A88E-32FE90BBEB31}" type="slidenum">
              <a:rPr lang="zh-CN" altLang="en-US" smtClean="0"/>
              <a:t>‹#›</a:t>
            </a:fld>
            <a:endParaRPr lang="zh-CN" altLang="en-US"/>
          </a:p>
        </p:txBody>
      </p:sp>
    </p:spTree>
    <p:extLst>
      <p:ext uri="{BB962C8B-B14F-4D97-AF65-F5344CB8AC3E}">
        <p14:creationId xmlns:p14="http://schemas.microsoft.com/office/powerpoint/2010/main" val="1289438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5DC340-9C59-22A7-FAE8-72B718A68056}"/>
              </a:ext>
            </a:extLst>
          </p:cNvPr>
          <p:cNvSpPr>
            <a:spLocks noGrp="1"/>
          </p:cNvSpPr>
          <p:nvPr>
            <p:ph type="ctrTitle"/>
          </p:nvPr>
        </p:nvSpPr>
        <p:spPr/>
        <p:txBody>
          <a:bodyPr/>
          <a:lstStyle/>
          <a:p>
            <a:r>
              <a:rPr lang="zh-CN" altLang="en-US" dirty="0"/>
              <a:t>单片机介绍</a:t>
            </a:r>
          </a:p>
        </p:txBody>
      </p:sp>
      <p:sp>
        <p:nvSpPr>
          <p:cNvPr id="3" name="副标题 2">
            <a:extLst>
              <a:ext uri="{FF2B5EF4-FFF2-40B4-BE49-F238E27FC236}">
                <a16:creationId xmlns:a16="http://schemas.microsoft.com/office/drawing/2014/main" id="{02A5ABBB-A284-B08A-50C6-A3FEDCC33B5A}"/>
              </a:ext>
            </a:extLst>
          </p:cNvPr>
          <p:cNvSpPr>
            <a:spLocks noGrp="1"/>
          </p:cNvSpPr>
          <p:nvPr>
            <p:ph type="subTitle" idx="1"/>
          </p:nvPr>
        </p:nvSpPr>
        <p:spPr/>
        <p:txBody>
          <a:bodyPr/>
          <a:lstStyle/>
          <a:p>
            <a:r>
              <a:rPr lang="zh-CN" altLang="zh-CN" dirty="0"/>
              <a:t>Microcontroller Unit</a:t>
            </a:r>
            <a:r>
              <a:rPr lang="zh-CN" altLang="en-US" dirty="0"/>
              <a:t>（</a:t>
            </a:r>
            <a:r>
              <a:rPr lang="en-US" altLang="zh-CN" dirty="0"/>
              <a:t>MCU</a:t>
            </a:r>
            <a:r>
              <a:rPr lang="zh-CN" altLang="en-US" dirty="0"/>
              <a:t>）</a:t>
            </a:r>
            <a:endParaRPr lang="en-US" altLang="zh-CN" dirty="0"/>
          </a:p>
        </p:txBody>
      </p:sp>
    </p:spTree>
    <p:extLst>
      <p:ext uri="{BB962C8B-B14F-4D97-AF65-F5344CB8AC3E}">
        <p14:creationId xmlns:p14="http://schemas.microsoft.com/office/powerpoint/2010/main" val="2079632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5C632D-632B-DB18-C371-414E366ECB8A}"/>
              </a:ext>
            </a:extLst>
          </p:cNvPr>
          <p:cNvSpPr>
            <a:spLocks noGrp="1"/>
          </p:cNvSpPr>
          <p:nvPr>
            <p:ph type="title"/>
          </p:nvPr>
        </p:nvSpPr>
        <p:spPr/>
        <p:txBody>
          <a:bodyPr/>
          <a:lstStyle/>
          <a:p>
            <a:r>
              <a:rPr lang="zh-CN" altLang="en-US" b="1" dirty="0"/>
              <a:t>概述</a:t>
            </a:r>
          </a:p>
        </p:txBody>
      </p:sp>
      <p:sp>
        <p:nvSpPr>
          <p:cNvPr id="3" name="内容占位符 2">
            <a:extLst>
              <a:ext uri="{FF2B5EF4-FFF2-40B4-BE49-F238E27FC236}">
                <a16:creationId xmlns:a16="http://schemas.microsoft.com/office/drawing/2014/main" id="{E2310BE9-31FF-E2E5-F746-5BDACCC66113}"/>
              </a:ext>
            </a:extLst>
          </p:cNvPr>
          <p:cNvSpPr>
            <a:spLocks noGrp="1"/>
          </p:cNvSpPr>
          <p:nvPr>
            <p:ph idx="1"/>
          </p:nvPr>
        </p:nvSpPr>
        <p:spPr/>
        <p:txBody>
          <a:bodyPr/>
          <a:lstStyle/>
          <a:p>
            <a:pPr marL="0" indent="0">
              <a:buNone/>
            </a:pPr>
            <a:r>
              <a:rPr lang="zh-CN" altLang="zh-CN" dirty="0"/>
              <a:t>单片机属于一种</a:t>
            </a:r>
            <a:r>
              <a:rPr lang="zh-CN" altLang="zh-CN" u="sng" dirty="0"/>
              <a:t>集成式电路芯片</a:t>
            </a:r>
            <a:r>
              <a:rPr lang="zh-CN" altLang="zh-CN" dirty="0"/>
              <a:t>，类似一个微型计算机。</a:t>
            </a:r>
            <a:endParaRPr lang="en-US" altLang="zh-CN" dirty="0"/>
          </a:p>
          <a:p>
            <a:pPr marL="0" indent="0">
              <a:buNone/>
            </a:pPr>
            <a:endParaRPr lang="en-US" altLang="zh-CN" dirty="0"/>
          </a:p>
          <a:p>
            <a:pPr marL="0" indent="0">
              <a:buNone/>
            </a:pPr>
            <a:r>
              <a:rPr lang="zh-CN" altLang="zh-CN" u="sng" dirty="0"/>
              <a:t>多样化数据采集与控制系统</a:t>
            </a:r>
            <a:r>
              <a:rPr lang="zh-CN" altLang="zh-CN" dirty="0"/>
              <a:t>能够让单片机完成各项复杂运算，无论是对运算符号进行控制还是对系统下达运算指令都能通过单片机完成</a:t>
            </a:r>
            <a:r>
              <a:rPr lang="zh-CN" altLang="en-US" dirty="0"/>
              <a:t>。</a:t>
            </a:r>
            <a:endParaRPr lang="en-US" altLang="zh-CN" dirty="0"/>
          </a:p>
          <a:p>
            <a:pPr marL="0" indent="0">
              <a:buNone/>
            </a:pPr>
            <a:endParaRPr lang="en-US" altLang="zh-CN" dirty="0"/>
          </a:p>
          <a:p>
            <a:pPr marL="0" indent="0">
              <a:buNone/>
            </a:pPr>
            <a:r>
              <a:rPr lang="zh-CN" altLang="zh-CN" dirty="0"/>
              <a:t>单片机的</a:t>
            </a:r>
            <a:r>
              <a:rPr lang="zh-CN" altLang="zh-CN" u="sng" dirty="0"/>
              <a:t>使用领域已十分广泛</a:t>
            </a:r>
            <a:r>
              <a:rPr lang="zh-CN" altLang="zh-CN" dirty="0"/>
              <a:t>，如智能仪表、实时工控、通讯设备、导航系统、家用电器等。</a:t>
            </a:r>
            <a:endParaRPr lang="en-US" altLang="zh-CN" dirty="0"/>
          </a:p>
        </p:txBody>
      </p:sp>
    </p:spTree>
    <p:extLst>
      <p:ext uri="{BB962C8B-B14F-4D97-AF65-F5344CB8AC3E}">
        <p14:creationId xmlns:p14="http://schemas.microsoft.com/office/powerpoint/2010/main" val="3371133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119306-1B40-40C6-BA26-2D0DB3AD2033}"/>
              </a:ext>
            </a:extLst>
          </p:cNvPr>
          <p:cNvSpPr>
            <a:spLocks noGrp="1"/>
          </p:cNvSpPr>
          <p:nvPr>
            <p:ph type="title"/>
          </p:nvPr>
        </p:nvSpPr>
        <p:spPr/>
        <p:txBody>
          <a:bodyPr/>
          <a:lstStyle/>
          <a:p>
            <a:r>
              <a:rPr lang="zh-CN" altLang="en-US" b="1" dirty="0"/>
              <a:t>优势</a:t>
            </a:r>
          </a:p>
        </p:txBody>
      </p:sp>
      <p:sp>
        <p:nvSpPr>
          <p:cNvPr id="3" name="内容占位符 2">
            <a:extLst>
              <a:ext uri="{FF2B5EF4-FFF2-40B4-BE49-F238E27FC236}">
                <a16:creationId xmlns:a16="http://schemas.microsoft.com/office/drawing/2014/main" id="{86C631B6-5591-5538-6FAC-7E38B256A680}"/>
              </a:ext>
            </a:extLst>
          </p:cNvPr>
          <p:cNvSpPr>
            <a:spLocks noGrp="1"/>
          </p:cNvSpPr>
          <p:nvPr>
            <p:ph idx="1"/>
          </p:nvPr>
        </p:nvSpPr>
        <p:spPr/>
        <p:txBody>
          <a:bodyPr/>
          <a:lstStyle/>
          <a:p>
            <a:r>
              <a:rPr lang="zh-CN" altLang="zh-CN" dirty="0"/>
              <a:t>优异性价比</a:t>
            </a:r>
            <a:r>
              <a:rPr lang="zh-CN" altLang="en-US" dirty="0"/>
              <a:t>，</a:t>
            </a:r>
            <a:r>
              <a:rPr lang="zh-CN" altLang="zh-CN" dirty="0"/>
              <a:t>量大面广</a:t>
            </a:r>
            <a:endParaRPr lang="en-US" altLang="zh-CN" dirty="0"/>
          </a:p>
          <a:p>
            <a:r>
              <a:rPr lang="zh-CN" altLang="zh-CN" dirty="0"/>
              <a:t>集成度高、体积小、可靠性高</a:t>
            </a:r>
            <a:endParaRPr lang="en-US" altLang="zh-CN" dirty="0"/>
          </a:p>
          <a:p>
            <a:r>
              <a:rPr lang="zh-CN" altLang="zh-CN" dirty="0"/>
              <a:t>控制功能强</a:t>
            </a:r>
            <a:endParaRPr lang="en-US" altLang="zh-CN" dirty="0"/>
          </a:p>
          <a:p>
            <a:r>
              <a:rPr lang="zh-CN" altLang="zh-CN" dirty="0"/>
              <a:t>低电压、低功耗</a:t>
            </a:r>
            <a:endParaRPr lang="zh-CN" altLang="en-US" dirty="0"/>
          </a:p>
        </p:txBody>
      </p:sp>
    </p:spTree>
    <p:extLst>
      <p:ext uri="{BB962C8B-B14F-4D97-AF65-F5344CB8AC3E}">
        <p14:creationId xmlns:p14="http://schemas.microsoft.com/office/powerpoint/2010/main" val="2800312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6C16D-C484-EAD5-2651-2A6D175C91DE}"/>
              </a:ext>
            </a:extLst>
          </p:cNvPr>
          <p:cNvSpPr>
            <a:spLocks noGrp="1"/>
          </p:cNvSpPr>
          <p:nvPr>
            <p:ph type="title"/>
          </p:nvPr>
        </p:nvSpPr>
        <p:spPr/>
        <p:txBody>
          <a:bodyPr/>
          <a:lstStyle/>
          <a:p>
            <a:r>
              <a:rPr lang="zh-CN" altLang="en-US" b="1" dirty="0"/>
              <a:t>分类</a:t>
            </a:r>
          </a:p>
        </p:txBody>
      </p:sp>
      <p:sp>
        <p:nvSpPr>
          <p:cNvPr id="3" name="内容占位符 2">
            <a:extLst>
              <a:ext uri="{FF2B5EF4-FFF2-40B4-BE49-F238E27FC236}">
                <a16:creationId xmlns:a16="http://schemas.microsoft.com/office/drawing/2014/main" id="{83FC4BA7-6668-0BD2-E5AA-FE3E7325B1CC}"/>
              </a:ext>
            </a:extLst>
          </p:cNvPr>
          <p:cNvSpPr>
            <a:spLocks noGrp="1"/>
          </p:cNvSpPr>
          <p:nvPr>
            <p:ph idx="1"/>
          </p:nvPr>
        </p:nvSpPr>
        <p:spPr/>
        <p:txBody>
          <a:bodyPr/>
          <a:lstStyle/>
          <a:p>
            <a:pPr marL="0" indent="0">
              <a:buNone/>
            </a:pPr>
            <a:r>
              <a:rPr lang="en-US" altLang="zh-CN" dirty="0"/>
              <a:t>1.</a:t>
            </a:r>
            <a:r>
              <a:rPr lang="zh-CN" altLang="en-US" dirty="0"/>
              <a:t>按位数（</a:t>
            </a:r>
            <a:r>
              <a:rPr lang="en-US" altLang="zh-CN" dirty="0"/>
              <a:t>4</a:t>
            </a:r>
            <a:r>
              <a:rPr lang="zh-CN" altLang="en-US" dirty="0"/>
              <a:t>、</a:t>
            </a:r>
            <a:r>
              <a:rPr lang="en-US" altLang="zh-CN" dirty="0"/>
              <a:t>8</a:t>
            </a:r>
            <a:r>
              <a:rPr lang="zh-CN" altLang="en-US" dirty="0"/>
              <a:t>、</a:t>
            </a:r>
            <a:r>
              <a:rPr lang="en-US" altLang="zh-CN" dirty="0"/>
              <a:t>16</a:t>
            </a:r>
            <a:r>
              <a:rPr lang="zh-CN" altLang="en-US" dirty="0"/>
              <a:t>、</a:t>
            </a:r>
            <a:r>
              <a:rPr lang="en-US" altLang="zh-CN" dirty="0"/>
              <a:t>32</a:t>
            </a:r>
            <a:r>
              <a:rPr lang="zh-CN" altLang="en-US" dirty="0"/>
              <a:t>；</a:t>
            </a:r>
            <a:r>
              <a:rPr lang="en-US" altLang="zh-CN" dirty="0"/>
              <a:t>32</a:t>
            </a:r>
            <a:r>
              <a:rPr lang="zh-CN" altLang="en-US" dirty="0"/>
              <a:t>位主流）</a:t>
            </a:r>
            <a:endParaRPr lang="en-US" altLang="zh-CN" dirty="0"/>
          </a:p>
          <a:p>
            <a:pPr marL="0" indent="0" fontAlgn="base">
              <a:buNone/>
            </a:pPr>
            <a:r>
              <a:rPr lang="en-US" altLang="zh-CN" dirty="0"/>
              <a:t>2.</a:t>
            </a:r>
            <a:r>
              <a:rPr lang="zh-CN" altLang="zh-CN" dirty="0"/>
              <a:t>按指令集风格</a:t>
            </a:r>
            <a:endParaRPr lang="en-US" altLang="zh-CN" dirty="0"/>
          </a:p>
          <a:p>
            <a:pPr marL="0" indent="0" fontAlgn="base">
              <a:buNone/>
            </a:pPr>
            <a:r>
              <a:rPr lang="en-US" altLang="zh-CN" dirty="0"/>
              <a:t>CISC</a:t>
            </a:r>
            <a:r>
              <a:rPr lang="zh-CN" altLang="zh-CN" dirty="0"/>
              <a:t>（Complex Instruction Set Computer</a:t>
            </a:r>
            <a:r>
              <a:rPr lang="zh-CN" altLang="en-US" dirty="0"/>
              <a:t>）</a:t>
            </a:r>
            <a:r>
              <a:rPr lang="zh-CN" altLang="zh-CN" dirty="0"/>
              <a:t>复杂指令集</a:t>
            </a:r>
          </a:p>
          <a:p>
            <a:pPr marL="0" indent="0" fontAlgn="base">
              <a:buNone/>
            </a:pPr>
            <a:r>
              <a:rPr lang="en-US" altLang="zh-CN" dirty="0"/>
              <a:t>RISC</a:t>
            </a:r>
            <a:r>
              <a:rPr lang="zh-CN" altLang="zh-CN" dirty="0"/>
              <a:t>（Reduced Instruction Set Computer</a:t>
            </a:r>
            <a:r>
              <a:rPr lang="zh-CN" altLang="en-US" dirty="0"/>
              <a:t>）</a:t>
            </a:r>
            <a:r>
              <a:rPr lang="zh-CN" altLang="zh-CN" dirty="0"/>
              <a:t>精简指令</a:t>
            </a:r>
            <a:endParaRPr lang="en-US" altLang="zh-CN" dirty="0"/>
          </a:p>
          <a:p>
            <a:pPr marL="0" indent="0" fontAlgn="base">
              <a:buNone/>
            </a:pPr>
            <a:r>
              <a:rPr lang="en-US" altLang="zh-CN" dirty="0"/>
              <a:t>3.</a:t>
            </a:r>
            <a:r>
              <a:rPr lang="zh-CN" altLang="en-US" dirty="0"/>
              <a:t>按体系结构</a:t>
            </a:r>
            <a:endParaRPr lang="en-US" altLang="zh-CN" dirty="0"/>
          </a:p>
          <a:p>
            <a:pPr marL="0" indent="0" fontAlgn="base">
              <a:buNone/>
            </a:pPr>
            <a:r>
              <a:rPr lang="zh-CN" altLang="zh-CN" dirty="0"/>
              <a:t>冯</a:t>
            </a:r>
            <a:r>
              <a:rPr lang="en-US" altLang="zh-CN" dirty="0"/>
              <a:t>·</a:t>
            </a:r>
            <a:r>
              <a:rPr lang="zh-CN" altLang="zh-CN" dirty="0"/>
              <a:t>诺依曼结构</a:t>
            </a:r>
            <a:endParaRPr lang="en-US" altLang="zh-CN" dirty="0"/>
          </a:p>
          <a:p>
            <a:pPr marL="0" indent="0" fontAlgn="base">
              <a:buNone/>
            </a:pPr>
            <a:r>
              <a:rPr lang="zh-CN" altLang="en-US" dirty="0"/>
              <a:t>哈佛结构</a:t>
            </a:r>
            <a:endParaRPr lang="en-US" altLang="zh-CN" dirty="0"/>
          </a:p>
          <a:p>
            <a:pPr marL="0" indent="0" fontAlgn="base">
              <a:buNone/>
            </a:pPr>
            <a:r>
              <a:rPr lang="en-US" altLang="zh-CN" dirty="0"/>
              <a:t>…………</a:t>
            </a:r>
          </a:p>
        </p:txBody>
      </p:sp>
    </p:spTree>
    <p:extLst>
      <p:ext uri="{BB962C8B-B14F-4D97-AF65-F5344CB8AC3E}">
        <p14:creationId xmlns:p14="http://schemas.microsoft.com/office/powerpoint/2010/main" val="1830175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22D891-C366-D8A0-9A36-35C17C4E6FDA}"/>
              </a:ext>
            </a:extLst>
          </p:cNvPr>
          <p:cNvSpPr>
            <a:spLocks noGrp="1"/>
          </p:cNvSpPr>
          <p:nvPr>
            <p:ph type="title"/>
          </p:nvPr>
        </p:nvSpPr>
        <p:spPr/>
        <p:txBody>
          <a:bodyPr/>
          <a:lstStyle/>
          <a:p>
            <a:r>
              <a:rPr lang="zh-CN" altLang="en-US" b="1" dirty="0"/>
              <a:t>主要组成</a:t>
            </a:r>
          </a:p>
        </p:txBody>
      </p:sp>
      <p:sp>
        <p:nvSpPr>
          <p:cNvPr id="3" name="内容占位符 2">
            <a:extLst>
              <a:ext uri="{FF2B5EF4-FFF2-40B4-BE49-F238E27FC236}">
                <a16:creationId xmlns:a16="http://schemas.microsoft.com/office/drawing/2014/main" id="{7AB81189-7082-AB1F-0AF1-83E0F6BA37D1}"/>
              </a:ext>
            </a:extLst>
          </p:cNvPr>
          <p:cNvSpPr>
            <a:spLocks noGrp="1"/>
          </p:cNvSpPr>
          <p:nvPr>
            <p:ph idx="1"/>
          </p:nvPr>
        </p:nvSpPr>
        <p:spPr/>
        <p:txBody>
          <a:bodyPr/>
          <a:lstStyle/>
          <a:p>
            <a:r>
              <a:rPr lang="en-US" altLang="zh-CN" dirty="0"/>
              <a:t>CPU</a:t>
            </a:r>
          </a:p>
          <a:p>
            <a:r>
              <a:rPr lang="en-US" altLang="zh-CN" dirty="0"/>
              <a:t>ROM</a:t>
            </a:r>
          </a:p>
          <a:p>
            <a:r>
              <a:rPr lang="en-US" altLang="zh-CN" dirty="0"/>
              <a:t>RAM</a:t>
            </a:r>
          </a:p>
          <a:p>
            <a:r>
              <a:rPr lang="en-US" altLang="zh-CN" dirty="0"/>
              <a:t>SFR</a:t>
            </a:r>
            <a:r>
              <a:rPr lang="zh-CN" altLang="zh-CN" dirty="0"/>
              <a:t>：控制和状态寄存器，用于特定功能的配置和状态反馈</a:t>
            </a:r>
          </a:p>
          <a:p>
            <a:r>
              <a:rPr lang="en-US" altLang="zh-CN" dirty="0"/>
              <a:t>I/O</a:t>
            </a:r>
            <a:r>
              <a:rPr lang="zh-CN" altLang="en-US" dirty="0"/>
              <a:t>口</a:t>
            </a:r>
            <a:endParaRPr lang="en-US" altLang="zh-CN" dirty="0"/>
          </a:p>
          <a:p>
            <a:r>
              <a:rPr lang="zh-CN" altLang="zh-CN" dirty="0"/>
              <a:t>定时器</a:t>
            </a:r>
            <a:r>
              <a:rPr lang="en-US" altLang="zh-CN" dirty="0"/>
              <a:t>/</a:t>
            </a:r>
            <a:r>
              <a:rPr lang="zh-CN" altLang="zh-CN" dirty="0"/>
              <a:t>计数器</a:t>
            </a:r>
          </a:p>
          <a:p>
            <a:r>
              <a:rPr lang="zh-CN" altLang="zh-CN" dirty="0"/>
              <a:t>中断控制器：处理中断请求，实现多任务处理</a:t>
            </a:r>
          </a:p>
          <a:p>
            <a:r>
              <a:rPr lang="zh-CN" altLang="zh-CN" dirty="0"/>
              <a:t>串行通信接口：实现与其他设备或单片机的串行通信 </a:t>
            </a:r>
          </a:p>
          <a:p>
            <a:pPr marL="0" indent="0">
              <a:buNone/>
            </a:pPr>
            <a:endParaRPr lang="zh-CN" altLang="en-US" dirty="0"/>
          </a:p>
        </p:txBody>
      </p:sp>
    </p:spTree>
    <p:extLst>
      <p:ext uri="{BB962C8B-B14F-4D97-AF65-F5344CB8AC3E}">
        <p14:creationId xmlns:p14="http://schemas.microsoft.com/office/powerpoint/2010/main" val="1987446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617383-6360-893F-32C8-2B6EC2B09315}"/>
              </a:ext>
            </a:extLst>
          </p:cNvPr>
          <p:cNvSpPr>
            <a:spLocks noGrp="1"/>
          </p:cNvSpPr>
          <p:nvPr>
            <p:ph type="title"/>
          </p:nvPr>
        </p:nvSpPr>
        <p:spPr/>
        <p:txBody>
          <a:bodyPr/>
          <a:lstStyle/>
          <a:p>
            <a:r>
              <a:rPr lang="zh-CN" altLang="en-US" dirty="0"/>
              <a:t>计时器（</a:t>
            </a:r>
            <a:r>
              <a:rPr lang="en-US" altLang="zh-CN" dirty="0"/>
              <a:t>Timer</a:t>
            </a:r>
            <a:r>
              <a:rPr lang="zh-CN" altLang="en-US" dirty="0"/>
              <a:t>）</a:t>
            </a:r>
          </a:p>
        </p:txBody>
      </p:sp>
      <p:sp>
        <p:nvSpPr>
          <p:cNvPr id="3" name="内容占位符 2">
            <a:extLst>
              <a:ext uri="{FF2B5EF4-FFF2-40B4-BE49-F238E27FC236}">
                <a16:creationId xmlns:a16="http://schemas.microsoft.com/office/drawing/2014/main" id="{C5868B83-C94B-A66C-6A01-25E7AC02F557}"/>
              </a:ext>
            </a:extLst>
          </p:cNvPr>
          <p:cNvSpPr>
            <a:spLocks noGrp="1"/>
          </p:cNvSpPr>
          <p:nvPr>
            <p:ph idx="1"/>
          </p:nvPr>
        </p:nvSpPr>
        <p:spPr>
          <a:xfrm>
            <a:off x="838200" y="1825625"/>
            <a:ext cx="10515600" cy="4526080"/>
          </a:xfrm>
        </p:spPr>
        <p:txBody>
          <a:bodyPr/>
          <a:lstStyle/>
          <a:p>
            <a:r>
              <a:rPr lang="zh-CN" altLang="zh-CN" dirty="0"/>
              <a:t>一类是固定时间间隔的</a:t>
            </a:r>
            <a:r>
              <a:rPr lang="en-US" altLang="zh-CN" dirty="0"/>
              <a:t>Timer</a:t>
            </a:r>
            <a:r>
              <a:rPr lang="zh-CN" altLang="zh-CN" dirty="0"/>
              <a:t>，即其定时的时间是由系统设定的，用户程序不可控制，系统只提供几种固定的中断频率给用户程序进行选择，如32Hz，16Hz，8Hz等，此类T</a:t>
            </a:r>
            <a:r>
              <a:rPr lang="en-US" altLang="zh-CN" dirty="0" err="1"/>
              <a:t>i</a:t>
            </a:r>
            <a:r>
              <a:rPr lang="zh-CN" altLang="zh-CN" dirty="0"/>
              <a:t>mer在4位MCU中比较常见，因此可以用来实现时钟、计时等相关的功能。</a:t>
            </a:r>
            <a:endParaRPr lang="en-US" altLang="zh-CN" dirty="0"/>
          </a:p>
          <a:p>
            <a:r>
              <a:rPr lang="zh-CN" altLang="zh-CN" dirty="0"/>
              <a:t>另一类则是Programmable Timer(</a:t>
            </a:r>
            <a:r>
              <a:rPr lang="zh-CN" altLang="en-US" dirty="0"/>
              <a:t>可编程计时器</a:t>
            </a:r>
            <a:r>
              <a:rPr lang="zh-CN" altLang="zh-CN" dirty="0"/>
              <a:t>) ，该类Timer的定时时间是可以由用户的程序来控制的，控制的方式包括：时钟源的选择、分频数(Prescale)选择及预置数的设定等。此类Timer应用非常灵活，实际的使用也千变万化，其中最常见的一种应用就是用其实现PWM输出。</a:t>
            </a:r>
            <a:endParaRPr lang="zh-CN" altLang="en-US" dirty="0"/>
          </a:p>
        </p:txBody>
      </p:sp>
    </p:spTree>
    <p:extLst>
      <p:ext uri="{BB962C8B-B14F-4D97-AF65-F5344CB8AC3E}">
        <p14:creationId xmlns:p14="http://schemas.microsoft.com/office/powerpoint/2010/main" val="1381316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000BBF-24BE-41E7-6C8D-6238DF6E0D86}"/>
              </a:ext>
            </a:extLst>
          </p:cNvPr>
          <p:cNvSpPr>
            <a:spLocks noGrp="1"/>
          </p:cNvSpPr>
          <p:nvPr>
            <p:ph type="title"/>
          </p:nvPr>
        </p:nvSpPr>
        <p:spPr/>
        <p:txBody>
          <a:bodyPr/>
          <a:lstStyle/>
          <a:p>
            <a:r>
              <a:rPr lang="zh-CN" altLang="en-US" dirty="0"/>
              <a:t>外部中断</a:t>
            </a:r>
          </a:p>
        </p:txBody>
      </p:sp>
      <p:sp>
        <p:nvSpPr>
          <p:cNvPr id="3" name="内容占位符 2">
            <a:extLst>
              <a:ext uri="{FF2B5EF4-FFF2-40B4-BE49-F238E27FC236}">
                <a16:creationId xmlns:a16="http://schemas.microsoft.com/office/drawing/2014/main" id="{D5DA90B1-44E5-7A1A-9B66-68D77178F2B8}"/>
              </a:ext>
            </a:extLst>
          </p:cNvPr>
          <p:cNvSpPr>
            <a:spLocks noGrp="1"/>
          </p:cNvSpPr>
          <p:nvPr>
            <p:ph idx="1"/>
          </p:nvPr>
        </p:nvSpPr>
        <p:spPr>
          <a:xfrm>
            <a:off x="838200" y="1343984"/>
            <a:ext cx="10515600" cy="4832979"/>
          </a:xfrm>
        </p:spPr>
        <p:txBody>
          <a:bodyPr>
            <a:normAutofit/>
          </a:bodyPr>
          <a:lstStyle/>
          <a:p>
            <a:pPr marL="0" indent="0">
              <a:buNone/>
            </a:pPr>
            <a:r>
              <a:rPr lang="zh-CN" altLang="zh-CN" sz="2200" dirty="0"/>
              <a:t>外部中断也是绝大多数MCU所具有的基本功能，一般用于信号的实时触发，数据采样和状态的检测，中断的方式</a:t>
            </a:r>
            <a:r>
              <a:rPr lang="zh-CN" altLang="en-US" sz="2200" dirty="0"/>
              <a:t>有</a:t>
            </a:r>
            <a:r>
              <a:rPr lang="zh-CN" altLang="zh-CN" sz="2200" dirty="0"/>
              <a:t>上升沿、</a:t>
            </a:r>
            <a:r>
              <a:rPr lang="zh-CN" altLang="en-US" sz="2200" dirty="0"/>
              <a:t>下降沿触发</a:t>
            </a:r>
            <a:r>
              <a:rPr lang="zh-CN" altLang="zh-CN" sz="2200" dirty="0"/>
              <a:t>和电平触发几种。外部中断的应用如下：</a:t>
            </a:r>
            <a:br>
              <a:rPr lang="zh-CN" altLang="zh-CN" sz="2200" dirty="0"/>
            </a:br>
            <a:endParaRPr lang="zh-CN" altLang="zh-CN" sz="2200" dirty="0"/>
          </a:p>
          <a:p>
            <a:r>
              <a:rPr lang="zh-CN" altLang="zh-CN" sz="2200" dirty="0"/>
              <a:t>外部触发信号的检测：一种是基于实时性的要求，比如可控硅的控制，突发性信号的检测等，而另一种情况则是省电的需要。</a:t>
            </a:r>
          </a:p>
          <a:p>
            <a:r>
              <a:rPr lang="zh-CN" altLang="zh-CN" sz="2200" dirty="0"/>
              <a:t>信号频率的测量：对于低频信号</a:t>
            </a:r>
            <a:r>
              <a:rPr lang="zh-CN" altLang="en-US" sz="2200" dirty="0"/>
              <a:t>，</a:t>
            </a:r>
            <a:r>
              <a:rPr lang="zh-CN" altLang="zh-CN" sz="2200" dirty="0"/>
              <a:t>为了保证信号不被遗漏，外部中断是保证不遗漏的理想选择；高频场合宜用定时器计数/输入捕获。</a:t>
            </a:r>
          </a:p>
          <a:p>
            <a:r>
              <a:rPr lang="zh-CN" altLang="zh-CN" sz="2200" dirty="0"/>
              <a:t>数据的解码：在遥控应用领域，为了降低设计的成本，经常需要采用软件的方式来对各种编码数据进行解码，如Manchester和PWM编码的解码。</a:t>
            </a:r>
          </a:p>
          <a:p>
            <a:r>
              <a:rPr lang="zh-CN" altLang="zh-CN" sz="2200" dirty="0"/>
              <a:t>按键的检测和系统的唤醒：对于进入Sleep状态的MCU，一般需要通过外部中断来进行唤醒，最基本的形式则是按键，通过按键的动作来产生电平的变化。</a:t>
            </a:r>
          </a:p>
          <a:p>
            <a:endParaRPr lang="zh-CN" altLang="en-US" dirty="0"/>
          </a:p>
        </p:txBody>
      </p:sp>
    </p:spTree>
    <p:extLst>
      <p:ext uri="{BB962C8B-B14F-4D97-AF65-F5344CB8AC3E}">
        <p14:creationId xmlns:p14="http://schemas.microsoft.com/office/powerpoint/2010/main" val="389203473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TotalTime>
  <Words>1000</Words>
  <Application>Microsoft Office PowerPoint</Application>
  <PresentationFormat>宽屏</PresentationFormat>
  <Paragraphs>40</Paragraphs>
  <Slides>7</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7</vt:i4>
      </vt:variant>
    </vt:vector>
  </HeadingPairs>
  <TitlesOfParts>
    <vt:vector size="11" baseType="lpstr">
      <vt:lpstr>等线</vt:lpstr>
      <vt:lpstr>等线 Light</vt:lpstr>
      <vt:lpstr>Arial</vt:lpstr>
      <vt:lpstr>Office 主题​​</vt:lpstr>
      <vt:lpstr>单片机介绍</vt:lpstr>
      <vt:lpstr>概述</vt:lpstr>
      <vt:lpstr>优势</vt:lpstr>
      <vt:lpstr>分类</vt:lpstr>
      <vt:lpstr>主要组成</vt:lpstr>
      <vt:lpstr>计时器（Timer）</vt:lpstr>
      <vt:lpstr>外部中断</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启睿 蒋</dc:creator>
  <cp:lastModifiedBy>启睿 蒋</cp:lastModifiedBy>
  <cp:revision>3</cp:revision>
  <dcterms:created xsi:type="dcterms:W3CDTF">2026-10-08T02:33:24Z</dcterms:created>
  <dcterms:modified xsi:type="dcterms:W3CDTF">2026-10-08T05:32:03Z</dcterms:modified>
</cp:coreProperties>
</file>